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</a:rPr>
              <a:t>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3716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238BFF"/>
                </a:solidFill>
              </a:rPr>
              <a:t>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8B949E"/>
                </a:solidFill>
              </a:rPr>
              <a:t>Plataforma de gestión deportiva con Inteligencia Artificial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03320"/>
            <a:ext cx="5486400" cy="27432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Carles Serra  ·  Full-Stack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DAW 2º  · 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126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Tech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El problema técnico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Lo que el tribunal quiere escuchar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749039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3749039" cy="438912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749039" cy="54864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8BFF"/>
                </a:solidFill>
              </a:rPr>
              <a:t>Latencia del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860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El análisis IA tarda 2-5 s por llamada a OpenAI.
La UI se bloquea si no gestionamos el estado de carga.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554480"/>
            <a:ext cx="3749039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554480"/>
            <a:ext cx="3749039" cy="438912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554480"/>
            <a:ext cx="3749039" cy="54864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8A18"/>
                </a:solidFill>
              </a:rPr>
              <a:t>Rate limits de APIs externas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2860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ExerciseDB (RapidAPI) tiene límite de llamadas.
Necesitamos caché agresiva para no agotar la cuota.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49039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749039" cy="438912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54480"/>
            <a:ext cx="3749039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Agregación multi-tabla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860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El dashboard consolida entrenamientos, asistencias,
bienestar y actividad extra en una sola respuesta.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Keywords: latencia · rate-limit · consistencia de estado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Restricciones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Condiciones reales bajo las que tomamos decisiones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11612880" cy="10058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73152" cy="100584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822960" cy="32004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40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max_tokens=1200  ·  temp=0.25
Sin streaming → respuesta síncrona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1161288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11612880" cy="10058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73152" cy="100584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81528"/>
            <a:ext cx="822960" cy="32004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81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RapidAPI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383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ExerciseDB: límite de peticiones/mes
Cachés in-memory de 3 capas para mitigarlo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23360"/>
            <a:ext cx="1161288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11612880" cy="10058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73152" cy="10058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24528"/>
            <a:ext cx="822960" cy="3200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24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Tiempo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Sprint corto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526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DAW 2º → priorización forzada
Features descartadas: streaming SSE, WebSockets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66360"/>
            <a:ext cx="1161288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66360"/>
            <a:ext cx="11612880" cy="10058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166360"/>
            <a:ext cx="73152" cy="10058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367528"/>
            <a:ext cx="822960" cy="3200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67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Infra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Supabase Free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669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RLS activo → toda query pasa por JWT
No podemos saltarnos políticas en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Stack tecnológico · decisiones y alternativas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Por qué elegimos X y no 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11612880" cy="41148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Elegido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Alternativa descartada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Razón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116128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5740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05740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8BFF"/>
                </a:solidFill>
              </a:rPr>
              <a:t>Next.js 16 + React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5740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8A18"/>
                </a:solidFill>
              </a:rPr>
              <a:t>Vite + Express separado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5740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SSR + API Routes en un solo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61488"/>
            <a:ext cx="116128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80720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80720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8BFF"/>
                </a:solidFill>
              </a:rPr>
              <a:t>Supabase (PostgreSQL)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80720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8A18"/>
                </a:solidFill>
              </a:rPr>
              <a:t>Firebase Firestore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807208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SQL → joins complejos, RLS nativo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11295"/>
            <a:ext cx="116128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57015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557015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8BFF"/>
                </a:solidFill>
              </a:rPr>
              <a:t>GPT-4o-mini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557015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8A18"/>
                </a:solidFill>
              </a:rPr>
              <a:t>GPT-4o / Llama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57015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Coste/rendimiento óptimo para DAW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61104"/>
            <a:ext cx="116128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0682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30682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8BFF"/>
                </a:solidFill>
              </a:rPr>
              <a:t>Turbopack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30682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8A18"/>
                </a:solidFill>
              </a:rPr>
              <a:t>Webpack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306824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HMR 10× más rápido en dev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116128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056632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0566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8BFF"/>
                </a:solidFill>
              </a:rPr>
              <a:t>Supabase Auth (JWT)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0566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8A18"/>
                </a:solidFill>
              </a:rPr>
              <a:t>NextAuth + BBDD propia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056632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Integración directa con RLS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12648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Flujo de datos de extremo a extremo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19456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94560" cy="91440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194560" cy="4572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BROWSER
Next.js / React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828800"/>
            <a:ext cx="219456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828800"/>
            <a:ext cx="219456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828800"/>
            <a:ext cx="219456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 ROUTES
Next.js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926080"/>
            <a:ext cx="219456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2926080"/>
            <a:ext cx="219456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219456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017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 CLIENT
Supabase + 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023360"/>
            <a:ext cx="219456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4023360"/>
            <a:ext cx="219456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4023360"/>
            <a:ext cx="219456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1148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 CLIENT
Service 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645920"/>
            <a:ext cx="201168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645920"/>
            <a:ext cx="201168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645920"/>
            <a:ext cx="2011680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7373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
Supabase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43200"/>
            <a:ext cx="201168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743200"/>
            <a:ext cx="201168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743200"/>
            <a:ext cx="2011680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8346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OpenAI
GPT-4o-mini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40480"/>
            <a:ext cx="201168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840480"/>
            <a:ext cx="201168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840480"/>
            <a:ext cx="2011680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9319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ExerciseDB
RapidAPI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37760"/>
            <a:ext cx="201168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937760"/>
            <a:ext cx="2011680" cy="82296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937760"/>
            <a:ext cx="2011680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0292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Translate
RemoveBG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2560320"/>
            <a:ext cx="274320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20" y="2560320"/>
            <a:ext cx="2743200" cy="182880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0" y="2560320"/>
            <a:ext cx="27432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65176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Caché in-memory
3 capas:
· Exercise detail
· Search results
· Translations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2651760" y="2286000"/>
            <a:ext cx="457200" cy="45720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03520" y="2057400"/>
            <a:ext cx="640080" cy="18288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303520" y="2240280"/>
            <a:ext cx="640080" cy="91440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03520" y="2240280"/>
            <a:ext cx="640080" cy="201168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303520" y="2057400"/>
            <a:ext cx="640080" cy="128016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955279" y="3474720"/>
            <a:ext cx="548641" cy="777240"/>
          </a:xfrm>
          <a:prstGeom prst="line">
            <a:avLst/>
          </a:prstGeom>
          <a:ln w="1524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Patrón dual-client: User (RLS) + Admin (Service Role) para operaciones privilegiadas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Implementación más delicada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Generador de PDF binario personalizado · routine-pdf.ts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7132320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7132320" cy="475488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7132320" cy="32004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276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src/backend/playmaker/routine-pdf.ts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// Construimos el PDF en binario puro (sin dependencias)
function buildPdfStream(routine: Routine): Buffer {
  const pages: string[] = [];
  let y = PAGE_TOP;
  for (const block of routine.blocks) {
    const h = estimateBlockHeight(block);
    // Page-break: si no cabe, nueva página
    if (y + h &gt; PAGE_BOTTOM) {
      pages.push(closePage(y));
      y = PAGE_TOP;
    }
    pages[pages.length - 1] += renderBlock(block, y);
    y += h + BLOCK_GAP;
  }
  return Buffer.from(pages.join(''), 'latin1');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54864" cy="50292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8288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Sin librerías externas → cero dependencias de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606040"/>
            <a:ext cx="54864" cy="5029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estimateBlockHeight(): calcula alto por ancho de caracteres (á,é,ü ≠ 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383280"/>
            <a:ext cx="54864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383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latin1 encoding: PDF spec exige stream binario, no UTF-8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160520"/>
            <a:ext cx="54864" cy="5029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Two-column layout + page-break automático sin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"Aquí solucionamos el PDF sin DocRaptor ni puppeteer porque necesitábamos control total del layout y cero latencia extra."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Métricas técnicas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Números reales del sistema en producción / staging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3749039" cy="4572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38BFF"/>
                </a:solidFill>
              </a:rPr>
              <a:t>2–5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Latencia análisis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GPT-4o-mini · temp=0.25 · max 1 200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6002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6002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600200"/>
            <a:ext cx="3749039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6916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</a:rPr>
              <a:t>&lt;100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Exercise search (caché)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974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3-layer in-memory cache · hit rate ~80 %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002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6002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600200"/>
            <a:ext cx="3749039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6916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78A18"/>
                </a:solidFill>
              </a:rPr>
              <a:t>1–3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317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Exercise search (miss)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6974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Google Translate + RapidAPI · sin caché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004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2004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0040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918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3–5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31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Queries paralelas/dash.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2976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Training · asistencias · wellness · actividad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2004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32004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200400"/>
            <a:ext cx="3749039" cy="4572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2918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38BFF"/>
                </a:solidFill>
              </a:rPr>
              <a:t>1 200 tk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931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Tokens / análisis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2976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Optimizado: contexto = 30 d métricas serializadas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200400"/>
            <a:ext cx="3749039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200400"/>
            <a:ext cx="3749039" cy="146304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3200400"/>
            <a:ext cx="3749039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329184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931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Dependencias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2976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Builder binario puro · sin puppeteer ni docraptor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Todas las llamadas externas tienen fallback · la app funciona en modo degradado si una API falla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Lección aprendida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El error real y cómo lo resolveríamos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4864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5486400" cy="438912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486400" cy="4572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8A18"/>
                </a:solidFill>
              </a:rPr>
              <a:t>⚠  El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Evolucionamos el schema de asistencias a mitad del proyecto.
Resultado: dos tablas con semántica solapada:
· entrenamiento_asistencias  (boolean simple)
· asistencia_entrenamientos  (enum detallado)
El backend consulta ambas con un patrón dual-source
que añade complejidad y queries extra.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00200"/>
            <a:ext cx="585216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852160" cy="438912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600200"/>
            <a:ext cx="585216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✓  Cómo lo haríamos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1. Migration script desde el inicio del cambio.
2. Una sola tabla con enum nullable:
   status: ASISTIO | FALTA | JUSTIFICADO | NULL
3. View SQL para retrocompatibilidad temporal
   hasta que todos los clientes migren.
Lección: los cambios de schema son cirugía,
nunca se improvisan en sprint.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Pregunta trampa preparada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</a:rPr>
              <a:t>Practica esta respuesta 5 veces antes del día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Slide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116128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11612880" cy="91440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73152" cy="914400"/>
          </a:xfrm>
          <a:prstGeom prst="rect">
            <a:avLst/>
          </a:prstGeom>
          <a:solidFill>
            <a:srgbClr val="F7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8A18"/>
                </a:solidFill>
              </a:rPr>
              <a:t>❓  "¿Qué pasa si la API de OpenAI se cae durante una sesión?"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128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11612880" cy="3200400"/>
          </a:xfrm>
          <a:prstGeom prst="rect">
            <a:avLst/>
          </a:prstGeom>
          <a:noFill/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73152" cy="3200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  Respuesta preparada: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"La aplicación está diseñada con degradación elegante. Si OpenAI no responde,
el endpoint /ia/entrenamientos devuelve un error controlado y la UI muestra
los datos estadísticos sin el bloque de recomendaciones IA.
Los datos de entrenamiento, asistencias y bienestar siguen operativos
porque vienen de Supabase, no de OpenAI.
Si quisiéramos mejorar esto: añadiríamos caché de la última respuesta IA
con TTL de 24h, para mostrar insights del día anterior mientras OpenAI recupera."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Otras respuestas universales: «No lo medimos, usaríamos X para ello» · «Limitación que solventaríamos con Y» · «Buena pregunta, lo anoto»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BeProfesional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B949E"/>
                </a:solidFill>
              </a:rPr>
              <a:t>De idea a producto funcional en un sprint de DAW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611880"/>
            <a:ext cx="3931920" cy="36576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8BFF"/>
                </a:solidFill>
              </a:rPr>
              <a:t>Next.js 16  ·  React 19  ·  Supabase  ·  GPT-4o-mini  ·  TypeScript  ·  Turbopack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Gracias — preguntas bienvenidas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github.com/Serracarles11/BeProfesional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</a:rP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